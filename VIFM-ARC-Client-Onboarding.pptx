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0"/>
            <a:ext cx="2240280" cy="1874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502920"/>
            <a:ext cx="868680" cy="86868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6" name="Image 0" descr="/home/user/vifm-assessment-center/scripts/assets/arc-icons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036" y="702716"/>
            <a:ext cx="469087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1089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CLIENT ONBOARDING   |   AI READINESS COMPASS  ]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Compass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384048" y="3337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access, and how it works - a step-by-step guide for your team.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" y="4069080"/>
            <a:ext cx="2201875" cy="384048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4069080"/>
            <a:ext cx="22018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code for each person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50515" y="4069080"/>
            <a:ext cx="1256386" cy="384048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50515" y="4069080"/>
            <a:ext cx="12563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~10 minutes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71493" y="4069080"/>
            <a:ext cx="1772107" cy="384048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71493" y="4069080"/>
            <a:ext cx="17721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EN / AR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08192" y="4069080"/>
            <a:ext cx="1514246" cy="384048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4069080"/>
            <a:ext cx="15142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to you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4048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caliber.viftraining.com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THE INSTRUMENT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the AI Readiness Compass?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84048" y="9692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short, confidential self-check that shows each person where they stand on working effectively with AI.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" y="1883664"/>
            <a:ext cx="566928" cy="5669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1" name="Image 0" descr="/home/user/vifm-assessment-center/scripts/assets/arc-icons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9" y="2014057"/>
            <a:ext cx="306141" cy="30614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18653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and self-served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16736" y="22677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10 minutes, online. No account, nothing to install.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00600" y="164592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0056" y="1883664"/>
            <a:ext cx="566928" cy="5669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6" name="Image 1" descr="/home/user/vifm-assessment-center/scripts/assets/arc-icons/image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449" y="2014057"/>
            <a:ext cx="306141" cy="30614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51576" y="18653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751576" y="22677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it in English or Arabic, and switch at any time.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65760" y="315468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5216" y="3392424"/>
            <a:ext cx="566928" cy="5669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1" name="Image 2" descr="/home/user/vifm-assessment-center/scripts/assets/arc-icons/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9" y="3522817"/>
            <a:ext cx="306141" cy="30614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16736" y="337413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to you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316736" y="37764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 are yours. For development - not a pass / fail test.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800600" y="315468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020056" y="3392424"/>
            <a:ext cx="566928" cy="5669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6" name="Image 3" descr="/home/user/vifm-assessment-center/scripts/assets/arc-icons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449" y="3522817"/>
            <a:ext cx="306141" cy="30614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51576" y="337413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Practical, not theoretical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751576" y="37764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looks at how you actually work with AI day to day.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65760" y="4873752"/>
            <a:ext cx="929030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65760" y="4873752"/>
            <a:ext cx="9290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1441094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YOUR ACCESS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you receive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926080" cy="3108960"/>
          </a:xfrm>
          <a:prstGeom prst="roundRect">
            <a:avLst>
              <a:gd name="adj" fmla="val 3750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0" descr="/home/user/vifm-assessment-center/scripts/assets/arc-icons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673352"/>
            <a:ext cx="493776" cy="493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code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65760" y="30358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person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Single-use and personal to each delegate.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11880" y="1207008"/>
            <a:ext cx="521208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94760" y="1417320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6" name="Image 1" descr="/home/user/vifm-assessment-center/scripts/assets/arc-icon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947" y="1543507"/>
            <a:ext cx="296266" cy="29626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6280" y="134416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one-click invitation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26280" y="165506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delegate gets a personal email with their code and a direct link - no code to type, no sign-up.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11880" y="2286000"/>
            <a:ext cx="521208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94760" y="2496312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1" name="Image 2" descr="/home/user/vifm-assessment-center/scripts/assets/arc-icons/image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947" y="2622499"/>
            <a:ext cx="296266" cy="2962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26280" y="242316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handles delivery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26280" y="273405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send the invitations and resend on request. Your team does not manage codes.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11880" y="3364992"/>
            <a:ext cx="521208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794760" y="357530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947" y="3701491"/>
            <a:ext cx="296266" cy="29626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26280" y="350215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on any device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26280" y="38130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Phone, tablet, or laptop. Nothing to install.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873752"/>
            <a:ext cx="779069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65760" y="4873752"/>
            <a:ext cx="7790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1291133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THE PROCESS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journey at a glance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10896" y="141732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1691640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0" descr="/home/user/vifm-assessment-center/scripts/assets/arc-icon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540" y="1834652"/>
            <a:ext cx="335768" cy="3357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" y="2386584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336" y="2679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your invite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20624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personal email from VIFM with your link.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856232" y="23774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020824" y="141732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05456" y="1691640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7" name="Image 1" descr="/home/user/vifm-assessment-center/scripts/assets/arc-icons/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468" y="1834652"/>
            <a:ext cx="335768" cy="3357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20824" y="2386584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12264" y="2679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click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2130552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link - your details are pre-filled.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566160" y="23774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3730752" y="141732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15384" y="1691640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4" name="Image 2" descr="/home/user/vifm-assessment-center/scripts/assets/arc-icons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396" y="1834652"/>
            <a:ext cx="335768" cy="3357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30752" y="2386584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822192" y="2679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3840480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your name and press Start.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276088" y="23774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5440680" y="141732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925312" y="1691640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31" name="Image 3" descr="/home/user/vifm-assessment-center/scripts/assets/arc-icons/image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324" y="1834652"/>
            <a:ext cx="335768" cy="3357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40680" y="2386584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532120" y="2679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it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5550408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~24 short questions, about 10 minutes.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986016" y="23774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7150608" y="141732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635240" y="169164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4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252" y="1834652"/>
            <a:ext cx="335768" cy="3357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150608" y="2386584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242048" y="267919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7260336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screen instantly, plus an emailed PDF.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310896" y="4370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step is self-served and takes one sitting. No training required.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65760" y="4873752"/>
            <a:ext cx="854050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65760" y="4873752"/>
            <a:ext cx="8540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1366114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1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invitation arrives by email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9" name="Image 0" descr="/home/user/vifm-assessment-center/scripts/assets/arc-icon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35" y="1397935"/>
            <a:ext cx="276515" cy="2765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VIFM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comes from the VIFM AI Readiness Compass.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214884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3" name="Image 1" descr="/home/user/vifm-assessment-center/scripts/assets/arc-icons/image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5" y="2266615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1305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personal link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05840" y="2441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one-click button takes you straight in.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7" name="Image 2" descr="/home/user/vifm-assessment-center/scripts/assets/arc-icons/image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35" y="3135295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9992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access code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05840" y="33101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Included as a backup - you rarely type it.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5760" y="388620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1" name="Image 3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5" y="4003975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8679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spam once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4178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it is not in your inbox, look in junk.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84632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1280160"/>
            <a:ext cx="3977640" cy="566928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29200" y="13441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0" y="15636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AI Readiness Compass access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074920" y="20116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Dear delegate,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have been invited to take the AI Readiness Compass - a short, confidential assessment.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074920" y="31089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7492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your assessment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074920" y="3794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code:  VIFM-ARC-XXXX-XXXX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5760" y="4873752"/>
            <a:ext cx="779069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65760" y="4873752"/>
            <a:ext cx="7790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291133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2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click - we pre-fill the rest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9" name="Image 0" descr="/home/user/vifm-assessment-center/scripts/assets/arc-icons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35" y="1397935"/>
            <a:ext cx="276515" cy="2765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link opens the start page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caliber.viftraining.com/ara/redeem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214884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3" name="Image 1" descr="/home/user/vifm-assessment-center/scripts/assets/arc-icon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5" y="2266615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1305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Code, email, company pre-filled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05840" y="24414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Carried in from your invitation.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7" name="Image 2" descr="/home/user/vifm-assessment-center/scripts/assets/arc-icons/imag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35" y="3135295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9992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 confirm your name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05840" y="33101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Then press Start. That is the whole sign-in.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5760" y="3886200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1" name="Image 3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5" y="4003975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8679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password, no account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4178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go straight into the assessment.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846320" y="1280160"/>
            <a:ext cx="39776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120640" y="1463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Compass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120640" y="18470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Voucher code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120640" y="2048256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230368" y="2048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VIFM-ARC-7K3M-9QX2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589520" y="184708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pre-filled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120640" y="246888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120640" y="2670048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230368" y="2670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you@yourcompany.com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589520" y="246888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pre-filled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5120640" y="3090672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120640" y="329184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5F7FA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230368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company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7589520" y="309067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pre-filled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5120640" y="3712464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name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120640" y="3913632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230368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your name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365760" y="4873752"/>
            <a:ext cx="779069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65760" y="4873752"/>
            <a:ext cx="7790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1291133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3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the assessment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10896" y="118872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2708" y="1389888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0" descr="/home/user/vifm-assessment-center/scripts/assets/arc-icons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483" y="1507663"/>
            <a:ext cx="276515" cy="27651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" y="1901952"/>
            <a:ext cx="2075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10896" y="2414016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minutes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2336" y="2670048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one sitting.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96312" y="118872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78124" y="1389888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6" name="Image 1" descr="/home/user/vifm-assessment-center/scripts/assets/arc-icon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99" y="1507663"/>
            <a:ext cx="276515" cy="2765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96312" y="1901952"/>
            <a:ext cx="2075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~24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2496312" y="2414016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questions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2587752" y="2670048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to answer.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81728" y="118872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63540" y="1389888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2" name="Image 2" descr="/home/user/vifm-assessment-center/scripts/assets/arc-icons/image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315" y="1507663"/>
            <a:ext cx="276515" cy="27651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81728" y="1901952"/>
            <a:ext cx="2075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4681728" y="2414016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773168" y="2670048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 or Arabic.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867144" y="1188720"/>
            <a:ext cx="2075688" cy="1783080"/>
          </a:xfrm>
          <a:prstGeom prst="roundRect">
            <a:avLst>
              <a:gd name="adj" fmla="val 5128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648956" y="1389888"/>
            <a:ext cx="512064" cy="51206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8" name="Image 3" descr="/home/user/vifm-assessment-center/scripts/assets/arc-icons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731" y="1507663"/>
            <a:ext cx="276515" cy="27651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67144" y="1901952"/>
            <a:ext cx="2075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4"/>
          <p:cNvSpPr/>
          <p:nvPr/>
        </p:nvSpPr>
        <p:spPr>
          <a:xfrm>
            <a:off x="6867144" y="2414016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958584" y="2670048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the next slide.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10896" y="3246120"/>
            <a:ext cx="8522208" cy="1097280"/>
          </a:xfrm>
          <a:prstGeom prst="roundRect">
            <a:avLst>
              <a:gd name="adj" fmla="val 8333"/>
            </a:avLst>
          </a:prstGeom>
          <a:solidFill>
            <a:srgbClr val="EDF1F5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34" name="Image 4" descr="/home/user/vifm-assessment-center/scripts/assets/arc-icons/image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" y="3646627"/>
            <a:ext cx="296266" cy="29626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80160" y="334670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a self-reflection, not a test.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280160" y="3694176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trick questions, no pass / fail. Answer honestly about how you work with AI today - that is what makes your results useful. Your answers are private to you.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365760" y="4873752"/>
            <a:ext cx="779069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65760" y="4873752"/>
            <a:ext cx="7790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1291133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WHAT IT MEASURES  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57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four factors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69664" cy="1627632"/>
          </a:xfrm>
          <a:prstGeom prst="roundRect">
            <a:avLst>
              <a:gd name="adj" fmla="val 5618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316736"/>
            <a:ext cx="566928" cy="5669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8" name="Image 0" descr="/home/user/vifm-assessment-center/scripts/assets/arc-icons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9" y="1447129"/>
            <a:ext cx="306141" cy="3061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261872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16736" y="1499616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Sense-Check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216" y="1938528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treat AI output as a draft to verify, not a finished answer - catching confidently-wrong facts.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91456" y="1024128"/>
            <a:ext cx="4169664" cy="1627632"/>
          </a:xfrm>
          <a:prstGeom prst="roundRect">
            <a:avLst>
              <a:gd name="adj" fmla="val 5618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1316736"/>
            <a:ext cx="566928" cy="566928"/>
          </a:xfrm>
          <a:prstGeom prst="ellipse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14" name="Image 1" descr="/home/user/vifm-assessment-center/scripts/assets/arc-icon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593" y="1447129"/>
            <a:ext cx="306141" cy="3061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261872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84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760720" y="1499616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Working Practice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029200" y="1938528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build AI into how you already work - clear prompts, iterating, folding it into recurring tasks.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7472" y="2816352"/>
            <a:ext cx="4169664" cy="1627632"/>
          </a:xfrm>
          <a:prstGeom prst="roundRect">
            <a:avLst>
              <a:gd name="adj" fmla="val 5618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5216" y="3108960"/>
            <a:ext cx="566928" cy="56692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0" name="Image 2" descr="/home/user/vifm-assessment-center/scripts/assets/arc-icons/image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9" y="3239353"/>
            <a:ext cx="306141" cy="30614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305409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316736" y="329184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Collaboration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85216" y="3730752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help the team move with AI - explaining what it can and can't do, pushing back on blind trust.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91456" y="2816352"/>
            <a:ext cx="4169664" cy="1627632"/>
          </a:xfrm>
          <a:prstGeom prst="roundRect">
            <a:avLst>
              <a:gd name="adj" fmla="val 5618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029200" y="3108960"/>
            <a:ext cx="566928" cy="5669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26" name="Image 3" descr="/home/user/vifm-assessment-center/scripts/assets/arc-icons/image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593" y="3239353"/>
            <a:ext cx="306141" cy="30614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60720" y="305409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760720" y="329184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Adaptive Mindset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029200" y="3730752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stay open as AI changes the work - relearning, asking where models fail, keeping policy in view.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65760" y="4873752"/>
            <a:ext cx="854050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873752"/>
            <a:ext cx="8540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366114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4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results, instantly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10896" y="1188720"/>
            <a:ext cx="2779776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80744" y="1463040"/>
            <a:ext cx="640080" cy="64008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0" descr="/home/user/vifm-assessment-center/scripts/assets/arc-icons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962" y="1610258"/>
            <a:ext cx="345643" cy="3456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3776" y="22128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screen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0352" y="2606040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moment you finish, your results appear - your profile across the four factors, with what each means.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82112" y="1188720"/>
            <a:ext cx="2779776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178" y="1610258"/>
            <a:ext cx="345643" cy="3456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4992" y="22128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email, with PDF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01568" y="2606040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email you a copy with the results PDF attached, to keep or share if you choose.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53328" y="1188720"/>
            <a:ext cx="2779776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23176" y="1463040"/>
            <a:ext cx="640080" cy="64008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0" name="Image 2" descr="/home/user/vifm-assessment-center/scripts/assets/arc-icons/image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394" y="1610258"/>
            <a:ext cx="345643" cy="3456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22128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page to return to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72784" y="2606040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 page is bookmarkable - come back any time from the link in your email.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10896" y="43434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waiting - the delegate has their result before they close the tab.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4873752"/>
            <a:ext cx="779069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873752"/>
            <a:ext cx="7790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291133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YOUR REPORT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your results tell you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8503920" cy="768096"/>
          </a:xfrm>
          <a:prstGeom prst="roundRect">
            <a:avLst>
              <a:gd name="adj" fmla="val 9524"/>
            </a:avLst>
          </a:prstGeom>
          <a:solidFill>
            <a:srgbClr val="EDF1F5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0" descr="/home/user/vifm-assessment-center/scripts/assets/arc-icon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57" y="1464137"/>
            <a:ext cx="217261" cy="2172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28016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profile across the four factors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43400" y="1280160"/>
            <a:ext cx="4343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you are strong with AI today, and where there is room to grow.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2029968"/>
            <a:ext cx="85039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212848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5" name="Image 1" descr="/home/user/vifm-assessment-center/scripts/assets/arc-icons/image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7" y="2305385"/>
            <a:ext cx="217261" cy="2172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212140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Plain-language guidance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343400" y="2121408"/>
            <a:ext cx="4343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factor comes with a short read on what it means and how to develop it.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0040" y="2871216"/>
            <a:ext cx="8503920" cy="768096"/>
          </a:xfrm>
          <a:prstGeom prst="roundRect">
            <a:avLst>
              <a:gd name="adj" fmla="val 9524"/>
            </a:avLst>
          </a:prstGeom>
          <a:solidFill>
            <a:srgbClr val="EDF1F5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3054096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0" name="Image 2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57" y="3146633"/>
            <a:ext cx="217261" cy="2172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962656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Development, not judgement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343400" y="2962656"/>
            <a:ext cx="4343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no score to pass - it is a personal baseline to build from.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20040" y="3712464"/>
            <a:ext cx="85039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3895344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5" name="Image 3" descr="/home/user/vifm-assessment-center/scripts/assets/arc-icons/image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7" y="3987881"/>
            <a:ext cx="217261" cy="21726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803904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to you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343400" y="3803904"/>
            <a:ext cx="4343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report is yours. Your organisation sees completion and an anonymised group picture, not your answers.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365760" y="4873752"/>
            <a:ext cx="779069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5760" y="4873752"/>
            <a:ext cx="7790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291133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FOR THE COORDINATOR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 this for your team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47472" y="1143000"/>
            <a:ext cx="416966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80744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0" descr="/home/user/vifm-assessment-center/scripts/assets/arc-icon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1506931"/>
            <a:ext cx="296266" cy="2962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25296" y="1344168"/>
            <a:ext cx="3118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send the invitations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25296" y="165506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delegates' names and emails with VIFM, and we email each a personal one-click link.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91456" y="1143000"/>
            <a:ext cx="416966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92624" y="1380744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5" name="Image 1" descr="/home/user/vifm-assessment-center/scripts/assets/arc-icons/image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811" y="1506931"/>
            <a:ext cx="296266" cy="2962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344168"/>
            <a:ext cx="3118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completion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69280" y="165506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get a simple view of who has started and finished, by company - no spreadsheets.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7472" y="2770632"/>
            <a:ext cx="416966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008376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0" name="Image 2" descr="/home/user/vifm-assessment-center/scripts/assets/arc-icons/image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3134563"/>
            <a:ext cx="296266" cy="2962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25296" y="2971800"/>
            <a:ext cx="3118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aggregated readout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225296" y="3282696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the group is done, VIFM shares an anonymised picture of where the team stands, plus next steps.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91456" y="2770632"/>
            <a:ext cx="416966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92624" y="300837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811" y="3134563"/>
            <a:ext cx="296266" cy="29626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2971800"/>
            <a:ext cx="3118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admin overhead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69280" y="3282696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software, no licences to manage, no accounts to create for delegates.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5760" y="4873752"/>
            <a:ext cx="1153973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5760" y="4873752"/>
            <a:ext cx="11539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COORDINATOR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666037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3657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PRIVACY &amp; CONFIDENTIALITY  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67665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answers stay yours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7" name="Image 0" descr="/home/user/vifm-assessment-center/scripts/assets/arc-icons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" y="1753819"/>
            <a:ext cx="296266" cy="2962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09344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results are private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95681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personal report is visible to you. It is not shared as an individual scorecard.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61518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/home/user/vifm-assessment-center/scripts/assets/arc-icons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" y="2741371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59689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development, not selection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88720" y="294436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readiness baseline - not a hiring, promotion, or performance decision.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602736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5" name="Image 2" descr="/home/user/vifm-assessment-center/scripts/assets/arc-icons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" y="3728923"/>
            <a:ext cx="296266" cy="2962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58444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GCC-tuned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18872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the region, aligned to UAE and Saudi expectations, bilingual throughout.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65760" y="4873752"/>
            <a:ext cx="854050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5760" y="4873752"/>
            <a:ext cx="8540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PRIVACY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366114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WHAT HAPPENS NEXT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here to results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9848" y="1609344"/>
            <a:ext cx="603504" cy="603504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10" name="Image 0" descr="/home/user/vifm-assessment-center/scripts/assets/arc-icons/imag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654" y="1748150"/>
            <a:ext cx="325892" cy="3258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5968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Codes issued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315468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access codes are ready to send.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31720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2032" y="137160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609344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7" name="Image 1" descr="/home/user/vifm-assessment-center/scripts/assets/arc-icon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926" y="1748150"/>
            <a:ext cx="325892" cy="3258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79192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79192" y="25968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Invitations sent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706624" y="315468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emails each delegate a one-click link.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07992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718304" y="137160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22392" y="1609344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4" name="Image 2" descr="/home/user/vifm-assessment-center/scripts/assets/arc-icons/imag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198" y="1748150"/>
            <a:ext cx="325892" cy="3258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55464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 WEEKS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55464" y="25968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Delegates complete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82896" y="315468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person takes ~10 minutes, whenever suits.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684264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894576" y="1371600"/>
            <a:ext cx="2011680" cy="2514600"/>
          </a:xfrm>
          <a:prstGeom prst="roundRect">
            <a:avLst>
              <a:gd name="adj" fmla="val 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598664" y="1609344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31" name="Image 3" descr="/home/user/vifm-assessment-center/scripts/assets/arc-icons/image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470" y="1748150"/>
            <a:ext cx="325892" cy="32589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31736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031736" y="25968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readout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059168" y="315468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shares an anonymised picture + next steps.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365760" y="4251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Timeline is indicative and flexes to your schedule.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365760" y="4873752"/>
            <a:ext cx="929030" cy="237744"/>
          </a:xfrm>
          <a:prstGeom prst="roundRect">
            <a:avLst>
              <a:gd name="adj" fmla="val 1538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65760" y="4873752"/>
            <a:ext cx="92903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TIMELINE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1441094" y="4873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 |   AI Readiness Compass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8321040" y="48737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3246120"/>
            <a:ext cx="2240280" cy="18973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3703320"/>
            <a:ext cx="868680" cy="86868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6" name="Image 0" descr="/home/user/vifm-assessment-center/scripts/assets/arc-icons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036" y="3903116"/>
            <a:ext cx="469087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WE ARE HERE TO HELP  ]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 to your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Compass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84048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questions before you begin? Reach the VIFM team: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4048" y="32461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72768" y="32461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courses@viftraining.com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4048" y="37033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72768" y="37033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+9714 436 5820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4048" y="41605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572768" y="41605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caliber.viftraining.com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84048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Virginia Institute of Finance and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Compass - Client Onboarding</dc:title>
  <dc:subject>PptxGenJS Presentation</dc:subject>
  <dc:creator>VIFM</dc:creator>
  <cp:lastModifiedBy>VIFM</cp:lastModifiedBy>
  <cp:revision>1</cp:revision>
  <dcterms:created xsi:type="dcterms:W3CDTF">2026-06-13T19:13:45Z</dcterms:created>
  <dcterms:modified xsi:type="dcterms:W3CDTF">2026-06-13T19:13:45Z</dcterms:modified>
</cp:coreProperties>
</file>