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 Intelligence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Designing, running and reporting behavioural assessment centres on the VIFM platform.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  ·  Talent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Assessment Center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digital platform for running behavioural assessment centres end-to-end. Candidates take simulation exercises; trained assessors observe their behaviour and rate it against the VIFM competency framework; a structured wash-up turns those ratings into a defensible overall result and a professional report. It measures HOW people perform — observed behaviour, not a written test.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competency framework: 4 domains · 8 clusters · 38 competencies · 249 behavioural indicators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Who uses it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roles, one workflow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staff. Create engagements, manage clients, exercises and assessors, run analytics, release reports.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 &amp; associate assessors. Observe candidates, record behavioural evidence, rate competencies, reach consensus.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Participants. Give consent, follow their exercise schedule, then view their released development report.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7307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5661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69417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5661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Sponsoring organisations. View their cohort's results, overall ratings and reports, and cohort analytics.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assessment cycle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design to released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075688"/>
            <a:ext cx="716280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7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8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7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Role, competencies &amp; exercises.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1226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8541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7088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7088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candidates; bind profiles.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482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797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482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344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344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Assign assessors to pairs.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738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053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738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00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600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 evidence &amp; BARS ratings.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994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309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6856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Wash-Up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6856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Agree a consensus per competency.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425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56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25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011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011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Finalise OAR; release report.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Key concepts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vocabulary you will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995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95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measurable behavioural dimension (one of the 38), grouped into 8 clusters and 4 domains.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5697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697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6047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6047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5697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Exercise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6977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5697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simulation — In-Basket, Role Play, Group Exercise, Case Study, Oral Presentation or CBI.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1793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93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214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4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1793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BARS rating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3073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793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1–5 behaviourally-anchored score (plus NE — No Evidence) given per competency per exercise.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7889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7889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823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23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7889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Wash-Up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29169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7889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live, multi-assessor consensus discussion that integrates ratings across exercises.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3985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3985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4335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335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3985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OAR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35265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3985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Assessment Rating — the final recommendation: Ready Now / Ready with Development / Not Ready.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" y="4008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008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4043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43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" y="4008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ICC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03320" y="4136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008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Intraclass Correlation — a measure of how consistently assessors rate (inter-rater reliability).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1 ]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and run an engagement.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create an engagement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5-step engagement wizard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8480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8480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Basics &amp; client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Projects → New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the engagement and link the sponsoring client organisation.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553566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65872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65872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74741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4741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75016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Target role &amp; competencies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75016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 load a saved Role Profile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04277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the role and competencies — or paste a JD to auto-propose them.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31617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42133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42133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1002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100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51277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Exercises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51277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the Exercise Library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280537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the simulation exercises with their timings and briefings.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07878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18394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18394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27263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7263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27538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Exercise–competency matrix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27538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competency in ≥ 2 exercises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356798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which competencies are observed in which exercises.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463040" y="3841394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946550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946550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3524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3524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403799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· Candidates &amp; launch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15000" y="403799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 draft to assign assessors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4330598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candidates, bind role profiles, then create the engagement.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exercises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Exercises &amp; the matrix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Exercises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Exercise Library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reusable simulations with prep / meeting / instruction timings, participant briefs and role-player guides.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types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In-Basket, Role Play, Group Exercise, Case Study, Oral Presentation, CBI.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matrix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maps competencies to exercises; every competency is observed in at least two — enforced before launch.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observations of each competency make the result reliable and defensible.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supporting tools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Clients, role profiles &amp; 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and manage sponsoring organisations; engagements and reports are scoped to each client.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 Profiles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Reusable competency packs per role; bind one to a candidate to set their targets and gap badges.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Inter-rater reliability (ICC), bias detection and cohort charts across the engagement.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7307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5661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69417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5661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Release the 6-page candidate report once the OAR is finalised; clients and candidates then see it.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2 ]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Observe, rate, and reach consensus.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Assessor · observation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Recording observations &amp; ratings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80135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013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Open your assignment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 → Assignments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the engagement, then the candidate–exercise you are assigned to observe.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744218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49374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49374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339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339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94081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Observe &amp; note behaviour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94081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4-tab form: Overview · Observe · Rate · Q&amp;A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233422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behavioural evidence as it happens, classified by competency with +/- indicators.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697480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02636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02636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665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8665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8940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Rate each competency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40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Anchored to the behavioural indicators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86684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 a BARS 1–5 rating (or NE) with a short justification.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650742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755898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755898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9921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99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4733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Integration worksheet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84733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pre-wash-up summary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139946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 your ratings across exercises before the wash-up.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Assessor · the scale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BARS rating scale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995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95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Strength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Consistently exceeds the standard; a clear role model for this competency.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5697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697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6047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6047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5697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6977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5697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Frequently exceeds the standard; a dependable strength.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1793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93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214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4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1793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3073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793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Meets the standard for the role.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7889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7889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823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23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7889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 Needed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29169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7889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Partially meets the standard; development required.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3985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3985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4335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335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3985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Significant Development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35265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3985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Well below the standard; significant development required.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" y="4008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008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4043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43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" y="4008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Evidence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03320" y="4136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008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exercise produced no evidence for this competency — never a zero.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 · THE DIFFERENTIATOR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Wash-Up Engine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structured discussion where assessors integrate their ratings into one agreed score per competency. It is live and multi-user: everyone edits the same consensus form in real time, a radar chart and colour-coded summary update as you go, and the agreed scores feed the Overall Assessment Rating. This is the heart of a defensible assessment centre — and the platform's single biggest differentiator.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collaboration · consensus per competency · feeds the OAR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3 ]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Candidates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&amp; Clients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participant and sponsor experience.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Candidate · the journey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candidate experiences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48740" y="2075688"/>
            <a:ext cx="644652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84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99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784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personalised welcome with the engagement details.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668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983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668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87168" y="2560320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292608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GDPR / UAE PDPL consent before any data is collected.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3552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867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552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36008" y="2560320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36008" y="292608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exercise schedule with timings to follow.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8436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5751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436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84848" y="2560320"/>
            <a:ext cx="2020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4848" y="2926080"/>
            <a:ext cx="20208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Their development report — once it is released.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Client · the sponsor view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client portal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→ Engagements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Org-scoped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clients see only their own organisation's engagements and candidates.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candidate's Overall Assessment Rating and recommendation, once released.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download the full 6-page candidate report as a PDF.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cohort strengths and development areas across the group.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OAR — Overall Assessment Rating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single, agreed conclusion of the assessment centre, on a 1–5 scale, with one of three recommendations: Ready Now (ready for the role today), Ready with Development (ready after targeted development), or Not Ready. The OAR is set in the wash-up, gates report release, and — for a Ready-Now result — can issue a verifiable AC Ready-Now credential.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Now  ·  Ready with Development  ·  Not 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Best practice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for a strong assessment centre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the matrix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Spread competencies so each is seen in 2+ exercises.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role profiles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Bind a profile so gaps and targets are clear.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 behaviour before you rate — separate fact from judgement.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NE honestly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evidence is not a 1 — record NE.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 the wash-up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 your integration worksheet beforehand.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36008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4376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the gaps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18888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the gap badges to target development spend.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12648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Getting started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your first engagement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starts from the Admin portal.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Projects → New  —  build an engagement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30168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Assessor → Assignments  —  observe &amp; 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97096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97096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Settings  —  integrations, compliance &amp; help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 Center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Assessment Center — User Manual</dc:title>
  <dc:subject>PptxGenJS Presentation</dc:subject>
  <dc:creator>Virginia Institute of Finance and Management</dc:creator>
  <cp:lastModifiedBy>Virginia Institute of Finance and Management</cp:lastModifiedBy>
  <cp:revision>1</cp:revision>
  <dcterms:created xsi:type="dcterms:W3CDTF">2026-05-30T19:02:03Z</dcterms:created>
  <dcterms:modified xsi:type="dcterms:W3CDTF">2026-05-30T19:02:03Z</dcterms:modified>
</cp:coreProperties>
</file>